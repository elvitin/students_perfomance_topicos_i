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62" r:id="rId9"/>
    <p:sldId id="276" r:id="rId10"/>
    <p:sldId id="275" r:id="rId11"/>
    <p:sldId id="263" r:id="rId12"/>
    <p:sldId id="277" r:id="rId13"/>
    <p:sldId id="264" r:id="rId14"/>
    <p:sldId id="266" r:id="rId15"/>
    <p:sldId id="267" r:id="rId16"/>
    <p:sldId id="268" r:id="rId17"/>
    <p:sldId id="270" r:id="rId18"/>
    <p:sldId id="269" r:id="rId19"/>
    <p:sldId id="271" r:id="rId20"/>
    <p:sldId id="272" r:id="rId21"/>
    <p:sldId id="273" r:id="rId22"/>
    <p:sldId id="278" r:id="rId23"/>
    <p:sldId id="279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1E79D-37B5-4417-B10B-3FC968D0900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B9F7-E6FA-4D72-BAD3-00D2CE65A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483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1E79D-37B5-4417-B10B-3FC968D0900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B9F7-E6FA-4D72-BAD3-00D2CE65A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996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1E79D-37B5-4417-B10B-3FC968D0900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B9F7-E6FA-4D72-BAD3-00D2CE65A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850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1E79D-37B5-4417-B10B-3FC968D0900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B9F7-E6FA-4D72-BAD3-00D2CE65A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4975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1E79D-37B5-4417-B10B-3FC968D0900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B9F7-E6FA-4D72-BAD3-00D2CE65A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98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1E79D-37B5-4417-B10B-3FC968D0900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B9F7-E6FA-4D72-BAD3-00D2CE65A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0546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1E79D-37B5-4417-B10B-3FC968D0900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B9F7-E6FA-4D72-BAD3-00D2CE65A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7009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1E79D-37B5-4417-B10B-3FC968D0900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B9F7-E6FA-4D72-BAD3-00D2CE65A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107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1E79D-37B5-4417-B10B-3FC968D0900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B9F7-E6FA-4D72-BAD3-00D2CE65A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5453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1E79D-37B5-4417-B10B-3FC968D0900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B9F7-E6FA-4D72-BAD3-00D2CE65A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0101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1E79D-37B5-4417-B10B-3FC968D0900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B9F7-E6FA-4D72-BAD3-00D2CE65A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0723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1E79D-37B5-4417-B10B-3FC968D0900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B9F7-E6FA-4D72-BAD3-00D2CE65A144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6532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1E79D-37B5-4417-B10B-3FC968D0900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B9F7-E6FA-4D72-BAD3-00D2CE65A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5332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1E79D-37B5-4417-B10B-3FC968D0900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B9F7-E6FA-4D72-BAD3-00D2CE65A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6585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1E79D-37B5-4417-B10B-3FC968D0900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B9F7-E6FA-4D72-BAD3-00D2CE65A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8249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1E79D-37B5-4417-B10B-3FC968D0900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B9F7-E6FA-4D72-BAD3-00D2CE65A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7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1E79D-37B5-4417-B10B-3FC968D0900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B9F7-E6FA-4D72-BAD3-00D2CE65A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4750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0A1E79D-37B5-4417-B10B-3FC968D0900A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BB9F7-E6FA-4D72-BAD3-00D2CE65A1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00525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5400" b="1" dirty="0"/>
              <a:t> </a:t>
            </a:r>
            <a:r>
              <a:rPr lang="pt-BR" sz="5400" b="1" dirty="0" err="1"/>
              <a:t>Students</a:t>
            </a:r>
            <a:r>
              <a:rPr lang="pt-BR" sz="5400" b="1" dirty="0"/>
              <a:t> Performance </a:t>
            </a:r>
            <a:r>
              <a:rPr lang="pt-BR" sz="5400" b="1" dirty="0" err="1"/>
              <a:t>Dataset</a:t>
            </a:r>
            <a:br>
              <a:rPr lang="pt-BR" sz="5400" b="1" dirty="0"/>
            </a:br>
            <a:r>
              <a:rPr lang="pt-BR" sz="5400" b="1" dirty="0"/>
              <a:t>Projeto Final</a:t>
            </a:r>
            <a:endParaRPr lang="pt-BR" sz="5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8825658" cy="1564153"/>
          </a:xfrm>
        </p:spPr>
        <p:txBody>
          <a:bodyPr>
            <a:norm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Alunos:</a:t>
            </a:r>
          </a:p>
          <a:p>
            <a:pPr algn="ctr"/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Diego Vinicius Brito </a:t>
            </a:r>
            <a:r>
              <a:rPr lang="pt-BR" sz="1400" dirty="0" err="1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Matricardi</a:t>
            </a:r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RA: 262124858 </a:t>
            </a:r>
          </a:p>
          <a:p>
            <a:pPr algn="ctr"/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Felipe </a:t>
            </a:r>
            <a:r>
              <a:rPr lang="pt-BR" sz="1400" dirty="0" err="1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Huss</a:t>
            </a:r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Mendes Pereira- RA: 262216051 </a:t>
            </a:r>
          </a:p>
          <a:p>
            <a:pPr algn="ctr"/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Victor Taveira Rodrigues- RA: 261911759</a:t>
            </a:r>
          </a:p>
        </p:txBody>
      </p:sp>
    </p:spTree>
    <p:extLst>
      <p:ext uri="{BB962C8B-B14F-4D97-AF65-F5344CB8AC3E}">
        <p14:creationId xmlns:p14="http://schemas.microsoft.com/office/powerpoint/2010/main" val="669438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Base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33211"/>
          </a:xfrm>
        </p:spPr>
        <p:txBody>
          <a:bodyPr/>
          <a:lstStyle/>
          <a:p>
            <a:r>
              <a:rPr lang="pt-BR" dirty="0"/>
              <a:t>Link da base: https://www.kaggle.com/datasets/rabieelkharoua/students-performance-dataset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86" y="3449145"/>
            <a:ext cx="11621192" cy="290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22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Contextualização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Objetivo</a:t>
            </a:r>
          </a:p>
          <a:p>
            <a:r>
              <a:rPr lang="pt-BR" dirty="0"/>
              <a:t>Informações sobre o </a:t>
            </a:r>
            <a:r>
              <a:rPr lang="pt-BR" dirty="0" err="1"/>
              <a:t>dataset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48585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inicial do </a:t>
            </a:r>
            <a:r>
              <a:rPr lang="pt-BR" dirty="0" err="1"/>
              <a:t>dataset</a:t>
            </a:r>
            <a:r>
              <a:rPr lang="pt-BR" dirty="0"/>
              <a:t> </a:t>
            </a:r>
          </a:p>
        </p:txBody>
      </p:sp>
      <p:pic>
        <p:nvPicPr>
          <p:cNvPr id="6" name="Espaço Reservado para Conteúdo 10">
            <a:extLst>
              <a:ext uri="{FF2B5EF4-FFF2-40B4-BE49-F238E27FC236}">
                <a16:creationId xmlns:a16="http://schemas.microsoft.com/office/drawing/2014/main" id="{95B6E1EC-3DFE-14A0-B4D1-8E382EBA8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8" y="2734734"/>
            <a:ext cx="12100444" cy="126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42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8723" y="2773767"/>
            <a:ext cx="10515600" cy="1299469"/>
          </a:xfrm>
        </p:spPr>
        <p:txBody>
          <a:bodyPr/>
          <a:lstStyle/>
          <a:p>
            <a:pPr algn="ctr"/>
            <a:r>
              <a:rPr lang="pt-BR" dirty="0"/>
              <a:t>Processo de Engenharia de Dados</a:t>
            </a:r>
          </a:p>
        </p:txBody>
      </p:sp>
    </p:spTree>
    <p:extLst>
      <p:ext uri="{BB962C8B-B14F-4D97-AF65-F5344CB8AC3E}">
        <p14:creationId xmlns:p14="http://schemas.microsoft.com/office/powerpoint/2010/main" val="1215728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6174"/>
          </a:xfrm>
        </p:spPr>
        <p:txBody>
          <a:bodyPr/>
          <a:lstStyle/>
          <a:p>
            <a:r>
              <a:rPr lang="pt-BR" dirty="0"/>
              <a:t>Medalhão-Bronze Código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7AF53439-2F39-7A39-17B1-13FA232F63BA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483625" y="1299071"/>
            <a:ext cx="9153328" cy="1920580"/>
          </a:xfr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2640D57-F5EF-8A3C-4C14-AD5C5AD1B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25" y="3299830"/>
            <a:ext cx="11447259" cy="192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367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98DD064-91C7-A2B6-7E50-18B45972A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Medalhão Bronze-tabela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4C419F0A-0126-0B34-4372-6D1B6D274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7057"/>
            <a:ext cx="12192000" cy="220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183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/>
              <a:t>Medalhão – Prata Código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901D39A-5FD0-E1B9-7020-6397640AC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512" y="1152983"/>
            <a:ext cx="6101822" cy="1988049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CBCBE7C-B13D-785B-0C10-A2BC17EB2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512" y="3141032"/>
            <a:ext cx="6101822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297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3710B-D3AD-72C6-27F3-30BA8A50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177" y="204381"/>
            <a:ext cx="9404723" cy="749549"/>
          </a:xfrm>
        </p:spPr>
        <p:txBody>
          <a:bodyPr/>
          <a:lstStyle/>
          <a:p>
            <a:r>
              <a:rPr lang="pt-BR" dirty="0"/>
              <a:t>Medalhão- Prata Código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F8980A5-B75A-322D-27C2-FC354208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77" y="1207559"/>
            <a:ext cx="6152623" cy="35050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C9784B8-D1CC-09CB-90BA-A44937C4B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1207559"/>
            <a:ext cx="5668166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362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6572F8-245B-E9FF-D539-D798A443C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Medalhão – Prata Tabela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C6FFD4-2128-EE1B-EC18-37A25BED7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6020"/>
            <a:ext cx="12192000" cy="193298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DC8145E-1CEA-AAE8-7DC5-4F02CC3D9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46" y="3429000"/>
            <a:ext cx="9475787" cy="309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78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Medalhão- Ouro Tabelas geradas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9E6F55E-40A6-7F0A-CF9B-AB057E7AF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76" y="1931685"/>
            <a:ext cx="11567847" cy="156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82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BA4A6B1-02EF-AFC2-1AED-7E53D809D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Medalhão – Ouro </a:t>
            </a:r>
            <a:r>
              <a:rPr lang="pt-BR" dirty="0" err="1"/>
              <a:t>Dim_alunos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04E477F-DCF6-9E45-0A03-6E865D8DD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9931" y="1477928"/>
            <a:ext cx="4396338" cy="576262"/>
          </a:xfrm>
        </p:spPr>
        <p:txBody>
          <a:bodyPr/>
          <a:lstStyle/>
          <a:p>
            <a:r>
              <a:rPr lang="pt-BR" dirty="0"/>
              <a:t>dim_aluno Código</a:t>
            </a:r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2A74F06D-64CA-1579-971D-000D16F45F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69931" y="2099020"/>
            <a:ext cx="5822420" cy="2043941"/>
          </a:xfrm>
          <a:prstGeom prst="rect">
            <a:avLst/>
          </a:prstGeom>
        </p:spPr>
      </p:pic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E4A32959-A9AD-8E12-FE40-E9734FA3C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69930" y="4227549"/>
            <a:ext cx="4396339" cy="576262"/>
          </a:xfrm>
        </p:spPr>
        <p:txBody>
          <a:bodyPr/>
          <a:lstStyle/>
          <a:p>
            <a:r>
              <a:rPr lang="pt-BR" dirty="0"/>
              <a:t>dim_aluno Tabela</a:t>
            </a:r>
          </a:p>
        </p:txBody>
      </p: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23CD2BBF-3639-A49F-1F11-C581BBF8300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869930" y="4888399"/>
            <a:ext cx="9956364" cy="180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58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877956" cy="1400530"/>
          </a:xfrm>
        </p:spPr>
        <p:txBody>
          <a:bodyPr/>
          <a:lstStyle/>
          <a:p>
            <a:r>
              <a:rPr lang="pt-BR" dirty="0"/>
              <a:t>Medalhão- Ouro </a:t>
            </a:r>
            <a:r>
              <a:rPr lang="pt-BR" dirty="0" err="1"/>
              <a:t>fato_Desempenho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half" idx="1"/>
          </p:nvPr>
        </p:nvSpPr>
        <p:spPr>
          <a:xfrm>
            <a:off x="952132" y="1340909"/>
            <a:ext cx="4396339" cy="44555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 err="1"/>
              <a:t>Fato_desempenho</a:t>
            </a:r>
            <a:r>
              <a:rPr lang="pt-BR" dirty="0"/>
              <a:t> </a:t>
            </a:r>
            <a:r>
              <a:rPr lang="pt-BR" dirty="0" err="1"/>
              <a:t>codigo</a:t>
            </a:r>
            <a:endParaRPr lang="pt-BR" dirty="0"/>
          </a:p>
        </p:txBody>
      </p:sp>
      <p:sp>
        <p:nvSpPr>
          <p:cNvPr id="7" name="Espaço Reservado para Conteúdo 6"/>
          <p:cNvSpPr>
            <a:spLocks noGrp="1"/>
          </p:cNvSpPr>
          <p:nvPr>
            <p:ph sz="half" idx="2"/>
          </p:nvPr>
        </p:nvSpPr>
        <p:spPr>
          <a:xfrm>
            <a:off x="646111" y="4535792"/>
            <a:ext cx="4396341" cy="40217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Ouro Fato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7C31E04-7E74-E0F8-13C8-DACFE9A43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04753"/>
            <a:ext cx="12192000" cy="180118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748C38F-ACF3-487E-D9E2-69ADE4E56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32" y="1649314"/>
            <a:ext cx="6725589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7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0656" y="2349818"/>
            <a:ext cx="10515600" cy="1249593"/>
          </a:xfrm>
        </p:spPr>
        <p:txBody>
          <a:bodyPr/>
          <a:lstStyle/>
          <a:p>
            <a:pPr algn="ctr"/>
            <a:r>
              <a:rPr lang="pt-BR" dirty="0"/>
              <a:t>Processo de Analise de Dados</a:t>
            </a:r>
          </a:p>
        </p:txBody>
      </p:sp>
    </p:spTree>
    <p:extLst>
      <p:ext uri="{BB962C8B-B14F-4D97-AF65-F5344CB8AC3E}">
        <p14:creationId xmlns:p14="http://schemas.microsoft.com/office/powerpoint/2010/main" val="560689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Analise Descritiva- o que aconteceu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9343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Graficos</a:t>
            </a:r>
            <a:r>
              <a:rPr lang="pt-BR" dirty="0"/>
              <a:t> analise descritiva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2718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Grafico</a:t>
            </a:r>
            <a:r>
              <a:rPr lang="pt-BR" dirty="0"/>
              <a:t>/</a:t>
            </a:r>
            <a:r>
              <a:rPr lang="pt-BR" dirty="0" err="1"/>
              <a:t>codigo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618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Analise Diagnostica – Porque Aconteceu ?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227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Grafico</a:t>
            </a:r>
            <a:r>
              <a:rPr lang="pt-BR" dirty="0"/>
              <a:t>/</a:t>
            </a:r>
            <a:r>
              <a:rPr lang="pt-BR" dirty="0" err="1"/>
              <a:t>codigo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4933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 da Analise capitulo 5 do </a:t>
            </a:r>
            <a:r>
              <a:rPr lang="pt-BR" dirty="0" err="1"/>
              <a:t>analise.ipynb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2716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3536" y="1576734"/>
            <a:ext cx="10515600" cy="1931237"/>
          </a:xfrm>
        </p:spPr>
        <p:txBody>
          <a:bodyPr/>
          <a:lstStyle/>
          <a:p>
            <a:pPr algn="ctr"/>
            <a:r>
              <a:rPr lang="pt-BR" dirty="0"/>
              <a:t>Processo de Ciência de dados(Modelagem)</a:t>
            </a:r>
          </a:p>
        </p:txBody>
      </p:sp>
    </p:spTree>
    <p:extLst>
      <p:ext uri="{BB962C8B-B14F-4D97-AF65-F5344CB8AC3E}">
        <p14:creationId xmlns:p14="http://schemas.microsoft.com/office/powerpoint/2010/main" val="1192171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1DDF7-5B80-3076-3D32-29BF776E4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Engineering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83F1C3-E7D7-871F-58DC-61B95DDB8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5617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AF4F9-F1AC-6AA6-87BE-B2DDE2DC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Train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ABE760-0653-B03D-CAF7-3DC345ED6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7334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151</TotalTime>
  <Words>152</Words>
  <Application>Microsoft Office PowerPoint</Application>
  <PresentationFormat>Widescreen</PresentationFormat>
  <Paragraphs>34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Century Gothic</vt:lpstr>
      <vt:lpstr>Wingdings</vt:lpstr>
      <vt:lpstr>Wingdings 3</vt:lpstr>
      <vt:lpstr>Íon</vt:lpstr>
      <vt:lpstr> Students Performance Dataset Projeto Final</vt:lpstr>
      <vt:lpstr>Base de dados</vt:lpstr>
      <vt:lpstr>Contextualização</vt:lpstr>
      <vt:lpstr>Estrutura inicial do dataset </vt:lpstr>
      <vt:lpstr>Processo de Engenharia de Dados</vt:lpstr>
      <vt:lpstr>Medalhão-Bronze Código</vt:lpstr>
      <vt:lpstr>Medalhão Bronze-tabela</vt:lpstr>
      <vt:lpstr>Medalhão – Prata Código</vt:lpstr>
      <vt:lpstr>Medalhão- Prata Código</vt:lpstr>
      <vt:lpstr>Medalhão – Prata Tabela</vt:lpstr>
      <vt:lpstr>Medalhão- Ouro Tabelas geradas</vt:lpstr>
      <vt:lpstr>Medalhão – Ouro Dim_alunos</vt:lpstr>
      <vt:lpstr>Medalhão- Ouro fato_Desempenho</vt:lpstr>
      <vt:lpstr>Processo de Analise de Dados</vt:lpstr>
      <vt:lpstr>Analise Descritiva- o que aconteceu</vt:lpstr>
      <vt:lpstr>Graficos analise descritiva</vt:lpstr>
      <vt:lpstr>Grafico/codigo</vt:lpstr>
      <vt:lpstr>Analise Diagnostica – Porque Aconteceu ? </vt:lpstr>
      <vt:lpstr>Grafico/codigo</vt:lpstr>
      <vt:lpstr>Conclusão da Analise capitulo 5 do analise.ipynb</vt:lpstr>
      <vt:lpstr>Processo de Ciência de dados(Modelagem)</vt:lpstr>
      <vt:lpstr>Engineering</vt:lpstr>
      <vt:lpstr>Train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Students Performance Dataset Projeto Final</dc:title>
  <dc:creator>Aluno</dc:creator>
  <cp:lastModifiedBy>Felipe Huss</cp:lastModifiedBy>
  <cp:revision>8</cp:revision>
  <dcterms:created xsi:type="dcterms:W3CDTF">2026-05-19T00:21:38Z</dcterms:created>
  <dcterms:modified xsi:type="dcterms:W3CDTF">2026-05-19T16:59:10Z</dcterms:modified>
</cp:coreProperties>
</file>