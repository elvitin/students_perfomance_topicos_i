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C1vwmxQsQ5e2YFIjSq841RN1v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439edd53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439edd53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859d725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859d72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859d725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859d725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859d7256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859d725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859d7256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a859d72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6128f313f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d6128f313f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5"/>
          <p:cNvSpPr txBox="1"/>
          <p:nvPr>
            <p:ph type="title"/>
          </p:nvPr>
        </p:nvSpPr>
        <p:spPr>
          <a:xfrm>
            <a:off x="989856" y="1653648"/>
            <a:ext cx="7164288" cy="1836204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0" endPos="65000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" type="body"/>
          </p:nvPr>
        </p:nvSpPr>
        <p:spPr>
          <a:xfrm>
            <a:off x="457200" y="1200151"/>
            <a:ext cx="8229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9"/>
          <p:cNvSpPr txBox="1"/>
          <p:nvPr>
            <p:ph type="title"/>
          </p:nvPr>
        </p:nvSpPr>
        <p:spPr>
          <a:xfrm>
            <a:off x="722313" y="2616771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722313" y="1491630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94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94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94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457200" y="1200151"/>
            <a:ext cx="4038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648200" y="1200151"/>
            <a:ext cx="4038600" cy="2883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57200" y="1631156"/>
            <a:ext cx="4040188" cy="252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4" type="body"/>
          </p:nvPr>
        </p:nvSpPr>
        <p:spPr>
          <a:xfrm>
            <a:off x="4645026" y="1631156"/>
            <a:ext cx="4041775" cy="2524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3575050" y="204788"/>
            <a:ext cx="5111750" cy="39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13"/>
          <p:cNvSpPr txBox="1"/>
          <p:nvPr>
            <p:ph idx="2" type="body"/>
          </p:nvPr>
        </p:nvSpPr>
        <p:spPr>
          <a:xfrm>
            <a:off x="457201" y="1076327"/>
            <a:ext cx="3008313" cy="3151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1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1792288" y="4025503"/>
            <a:ext cx="5486400" cy="27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94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94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94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94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94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94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990600" y="1653779"/>
            <a:ext cx="7162800" cy="1835944"/>
          </a:xfrm>
          <a:prstGeom prst="rect">
            <a:avLst/>
          </a:prstGeom>
          <a:noFill/>
          <a:ln>
            <a:noFill/>
          </a:ln>
          <a:effectLst>
            <a:reflection blurRad="0" dir="5400000" dist="50800" endA="0" endPos="65000" kx="0" rotWithShape="0" algn="bl" stA="0" stPos="0" sy="-100000" ky="0"/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An</a:t>
            </a:r>
            <a:r>
              <a:rPr lang="pt-BR"/>
              <a:t>álise de Dados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716338" y="4103688"/>
            <a:ext cx="171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João Guelfi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99CC00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439edd53b_0_81"/>
          <p:cNvSpPr txBox="1"/>
          <p:nvPr/>
        </p:nvSpPr>
        <p:spPr>
          <a:xfrm>
            <a:off x="3388500" y="0"/>
            <a:ext cx="23670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pt-BR"/>
              <a:t>Aplicação no mundo real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d439edd53b_0_81"/>
          <p:cNvSpPr txBox="1"/>
          <p:nvPr/>
        </p:nvSpPr>
        <p:spPr>
          <a:xfrm>
            <a:off x="1592550" y="1397400"/>
            <a:ext cx="59589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An</a:t>
            </a:r>
            <a:r>
              <a:rPr lang="pt-BR"/>
              <a:t>álise de Dados Não consiste em apenas criar gráficos mas responder perguntas: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Por que as vendas caíram?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Qual cliente tem maior risco de churn?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Onde devemos aumentar preço?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859d7256_0_3"/>
          <p:cNvSpPr txBox="1"/>
          <p:nvPr/>
        </p:nvSpPr>
        <p:spPr>
          <a:xfrm>
            <a:off x="3626400" y="0"/>
            <a:ext cx="18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Análise Descritiva</a:t>
            </a:r>
            <a:endParaRPr b="1"/>
          </a:p>
        </p:txBody>
      </p:sp>
      <p:sp>
        <p:nvSpPr>
          <p:cNvPr id="67" name="Google Shape;67;g3da859d7256_0_3"/>
          <p:cNvSpPr txBox="1"/>
          <p:nvPr/>
        </p:nvSpPr>
        <p:spPr>
          <a:xfrm>
            <a:off x="1702350" y="400200"/>
            <a:ext cx="57393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objetivo deste tipo de an</a:t>
            </a:r>
            <a:r>
              <a:rPr lang="pt-BR"/>
              <a:t>álise e encontrar “</a:t>
            </a:r>
            <a:r>
              <a:rPr lang="pt-BR"/>
              <a:t>O que aconteceu?”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</a:t>
            </a:r>
            <a:r>
              <a:rPr lang="pt-BR"/>
              <a:t>esume dados históricos e é muito usada em dashboards.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Exemplos: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Receita por mês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Volume de vendas por produto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g3da859d7256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50" y="2434000"/>
            <a:ext cx="2896507" cy="20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da859d7256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107" y="2434000"/>
            <a:ext cx="2685784" cy="20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da859d7256_0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0366" y="2434000"/>
            <a:ext cx="2212687" cy="20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859d7256_0_15"/>
          <p:cNvSpPr txBox="1"/>
          <p:nvPr/>
        </p:nvSpPr>
        <p:spPr>
          <a:xfrm>
            <a:off x="3595800" y="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Análise Diagnóstica</a:t>
            </a:r>
            <a:endParaRPr b="1"/>
          </a:p>
        </p:txBody>
      </p:sp>
      <p:sp>
        <p:nvSpPr>
          <p:cNvPr id="76" name="Google Shape;76;g3da859d7256_0_15"/>
          <p:cNvSpPr txBox="1"/>
          <p:nvPr/>
        </p:nvSpPr>
        <p:spPr>
          <a:xfrm>
            <a:off x="1702350" y="400200"/>
            <a:ext cx="57393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objetivo deste tipo de análise e encontrar “Por que aconteceu?”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Busca causas e usa segmentações e correlações.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Exemplos: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Queda de vendas por região?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Impacto do preço?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g3da859d725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200" y="2571750"/>
            <a:ext cx="2325140" cy="20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da859d7256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1740" y="2571750"/>
            <a:ext cx="3106075" cy="20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g3da859d7256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9440" y="2571750"/>
            <a:ext cx="2389237" cy="20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859d7256_0_55"/>
          <p:cNvSpPr txBox="1"/>
          <p:nvPr/>
        </p:nvSpPr>
        <p:spPr>
          <a:xfrm>
            <a:off x="3595800" y="0"/>
            <a:ext cx="19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Análise de Impacto</a:t>
            </a:r>
            <a:endParaRPr b="1"/>
          </a:p>
        </p:txBody>
      </p:sp>
      <p:sp>
        <p:nvSpPr>
          <p:cNvPr id="85" name="Google Shape;85;g3da859d7256_0_55"/>
          <p:cNvSpPr txBox="1"/>
          <p:nvPr/>
        </p:nvSpPr>
        <p:spPr>
          <a:xfrm>
            <a:off x="1702350" y="400200"/>
            <a:ext cx="57393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Deve comparar o impacto Antes x Depois da implementaç</a:t>
            </a:r>
            <a:r>
              <a:rPr lang="pt-BR"/>
              <a:t>ão do projeto.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Exemplos: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Receita aumentou?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Custo reduziu?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Conversão melhorou?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Técnicas: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A/B Test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Before vs After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/>
              <a:t>Grupos de controle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a859d7256_0_43"/>
          <p:cNvSpPr txBox="1"/>
          <p:nvPr/>
        </p:nvSpPr>
        <p:spPr>
          <a:xfrm>
            <a:off x="4322088" y="0"/>
            <a:ext cx="72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Stack</a:t>
            </a:r>
            <a:endParaRPr b="1"/>
          </a:p>
        </p:txBody>
      </p:sp>
      <p:sp>
        <p:nvSpPr>
          <p:cNvPr id="91" name="Google Shape;91;g3da859d7256_0_43"/>
          <p:cNvSpPr txBox="1"/>
          <p:nvPr/>
        </p:nvSpPr>
        <p:spPr>
          <a:xfrm>
            <a:off x="3072000" y="784475"/>
            <a:ext cx="3000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/>
              <a:t>Manipulação de dados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Mono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pyspark (Big Data)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/>
              <a:t>Visualização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r>
              <a:rPr lang="pt-BR" sz="1100"/>
              <a:t> → base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seaborn</a:t>
            </a:r>
            <a:r>
              <a:rPr lang="pt-BR" sz="1100"/>
              <a:t> → mais analítico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plotly</a:t>
            </a:r>
            <a:r>
              <a:rPr lang="pt-BR" sz="1100"/>
              <a:t> → interativo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/>
              <a:t>Visualização</a:t>
            </a:r>
            <a:endParaRPr b="1" sz="17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BR" sz="1100">
                <a:latin typeface="Roboto Mono"/>
                <a:ea typeface="Roboto Mono"/>
                <a:cs typeface="Roboto Mono"/>
                <a:sym typeface="Roboto Mono"/>
              </a:rPr>
              <a:t>Power BI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NOESTE">
  <a:themeElements>
    <a:clrScheme name="UNOESTE">
      <a:dk1>
        <a:srgbClr val="004C00"/>
      </a:dk1>
      <a:lt1>
        <a:srgbClr val="FFFFFF"/>
      </a:lt1>
      <a:dk2>
        <a:srgbClr val="006600"/>
      </a:dk2>
      <a:lt2>
        <a:srgbClr val="D8D8D8"/>
      </a:lt2>
      <a:accent1>
        <a:srgbClr val="9BBB59"/>
      </a:accent1>
      <a:accent2>
        <a:srgbClr val="92D050"/>
      </a:accent2>
      <a:accent3>
        <a:srgbClr val="00B050"/>
      </a:accent3>
      <a:accent4>
        <a:srgbClr val="F79646"/>
      </a:accent4>
      <a:accent5>
        <a:srgbClr val="FFC000"/>
      </a:accent5>
      <a:accent6>
        <a:srgbClr val="FAC08F"/>
      </a:accent6>
      <a:hlink>
        <a:srgbClr val="FF9900"/>
      </a:hlink>
      <a:folHlink>
        <a:srgbClr val="CCFF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2015-03-27T12:49:42Z</dcterms:created>
  <dc:creator>ledu</dc:creator>
</cp:coreProperties>
</file>